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DC2F-6FEC-10BD-11CC-4C93DB31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B0EB7-6C94-4458-EE04-8F480ECE3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AF43-18D8-3696-2E82-C0F3CD4D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764E8-BF85-DD02-5CFF-528EFEAF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B06E-6615-4EE7-C063-75655A6C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04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1CE9-FE98-5D56-3B16-C0403B47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4DFA-00AB-63D7-36CE-5D551987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C0DC0-7019-ABF8-9875-BF18CB7D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D3AB4-931E-BCE7-C0B8-5BE78604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40167-9136-7AA0-1F60-9E8C4E58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64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235-112C-A2D6-4E7C-0D3F3052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250E0-7EDA-DF93-A9C1-6D52B9B7C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3C435-B0FA-FE16-EC60-F0EA4AB9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C041-135D-10AD-F88C-1384AEDE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1B104-7485-7C6B-6BB9-90030C86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64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788F-7548-FE08-A3CF-3B0540BA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01E1-BE0B-8AE3-6DBC-63FB95F05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E4E3A-0731-A0F3-9C94-B9540D6D2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585D2-8BA8-A0BD-8DCE-DD8F7E4D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1EEB7-C4CB-99AF-D928-E6617875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81C56-7C18-4702-9BBB-27B83C93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D36A-DEBE-C833-5BC7-458E9322B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216BC-22D7-3F42-FA10-7FEEE2333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08BF7-F71C-73F9-C999-C05BE68D6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CCD77-31CE-E687-3F58-D4E5BE8EE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FE952-A721-93F4-B3A4-166A49215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1AE8D-BEEC-70C8-E861-ED694303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EE6DEA-D6B4-DF8A-284D-2328A5DF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C5000-AE6F-433C-B931-8DBA9AA0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36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D4BD-18EA-51AF-5055-7A1E5254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1FD0D-C85B-4B9A-DE58-2F53B7B7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86280-6DA8-6E98-7F29-9A2A4888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EFEB-2240-ECDC-E91C-29EF919C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3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3DA753-8FAC-AD70-B55E-65670F2A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D6F67-3CBC-FA3D-5E7D-DCE46961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2972E-91BD-B516-4507-3EAC39F9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36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D4AE-652D-BE06-B7C2-20A60163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8720-4513-32D0-3833-9B673F5FF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F4F33-F534-C528-F680-7AA7DC063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FA896-FC89-07B9-B193-0E5B4202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0614-563B-3E57-0023-D08DA5C5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F7FAD-C8E5-6091-8846-5488DBDB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86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1D0E-9FE2-45A7-E8B6-A9D3F50B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DC626-11F8-8538-0F3A-A53EAB812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29CF2-F5AB-5A05-3BBD-576620848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07BEB-22A5-4ADB-3E92-476024B7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AF1C6-90CB-94EA-B7D8-1D037763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33DE-8E23-B14F-27F9-C6905C8B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98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1D6E-46CB-155C-E7D2-5255B046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D1F01-4C54-A346-25A0-EFDBA68D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405D8-3951-3C43-AC5E-70FD8109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1780E-E30D-AB4B-B978-1DA1D31F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A3B4D-9A2C-029F-DCA2-02D4EBC9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34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9D01E1-F2BD-3506-9EDD-697C375DA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4442B-B2C6-C42D-1135-6AA356784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0CF28-9BEB-7025-D250-AACCB79A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7A9E2-828B-7DF8-A066-3AE6FEE8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43020-583E-A7CC-FB7B-21FEBF58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93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D8D98B-5DE6-4747-DA65-FE2793A0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BC3A7-898D-C21E-4D02-8030B122D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EA55F-2D43-BEE2-6D24-F7B4AF3C8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82BF4-4A06-4F4F-94D4-72611909D3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ECFC3-EF3D-7372-CF97-9A42665A1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9C133-3923-E089-694A-2D23BF42C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B7C64-B10E-4F30-A5C7-5F33BD743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61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C4B2-24ED-A88C-80E2-C405259F7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8B0A8-6DE5-DC26-2713-2AFC61DE9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0D11C-FB2B-6738-B7F8-2B0BBB007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34786"/>
            <a:ext cx="121799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4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53A1C-46F4-B00F-1694-0BB9E6CF3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234786"/>
            <a:ext cx="1216087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7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13E1C-0B2C-7451-8ECA-4A36FF3FC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" y="244311"/>
            <a:ext cx="1215452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6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A558C-EFCA-3179-9352-2012E9C86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234786"/>
            <a:ext cx="1217357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7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8F8B6-E5DF-657C-F0B4-0E46FF20A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44311"/>
            <a:ext cx="12179926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63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B66CD-478C-0D3D-B255-45F5CA6A0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53837"/>
            <a:ext cx="12179926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6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968A35-CD88-8A04-CA23-B80677152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37961"/>
            <a:ext cx="12179926" cy="6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0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54CD28-D24A-EC85-1C43-2D8DD1D36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215735"/>
            <a:ext cx="12179926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7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chouhan</dc:creator>
  <cp:lastModifiedBy>srishti chouhan</cp:lastModifiedBy>
  <cp:revision>1</cp:revision>
  <dcterms:created xsi:type="dcterms:W3CDTF">2026-07-02T18:29:07Z</dcterms:created>
  <dcterms:modified xsi:type="dcterms:W3CDTF">2026-07-02T18:33:49Z</dcterms:modified>
</cp:coreProperties>
</file>