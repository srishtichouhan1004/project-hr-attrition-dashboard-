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1BAD2-ED3E-3353-6922-9897CEE75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D3ABD-C5AC-CA26-4B0E-8F19D3785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DDFE-860E-A42D-F061-EFEAD91F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339A1-B3D7-9466-F0C2-AB96CB89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8E19-850F-3C89-1379-7B3C8956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6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60AD-1A02-312C-C9AF-3722D7CF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54254-3F0B-16FC-3F03-CD345762B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5F542-EBBD-3B94-E4F9-D3C62E9E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8AEE-5FB6-94EA-ED01-1130862E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66E16-DF7A-B9FE-2B72-7F94E7BE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65D7-885C-CD32-5B75-52816091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C9C98-12A4-C9D5-AE01-1F268B889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13C5-E59F-5A37-8631-0F37E211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D18E1-727A-0E02-7195-DAB3026A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4ECE5-1943-2775-8543-79A0241E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7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B017-CFD5-5F11-51BB-9BF449F2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7DDA-62B9-A151-0608-3947CCACE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3FDE9-F152-4043-7239-086776AD7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58E02-6AE0-7465-A755-8E440921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3FE67-8B1B-3895-1A01-A9F5B1CA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1426A-274B-F3EF-2EC7-D12A8E47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88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4297-5927-525F-D36B-F6A266CA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37A9A-17B0-6889-70B3-F3966E226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8E05-D467-DD82-26C3-D55D9011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1A994-D4C8-837F-4C9E-10E5F249E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52581-C642-42E2-FD62-7CE2B0DD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26EBAF-5884-BDBF-17DD-42CB88DA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2634C-24EB-190E-49B7-DF588078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7F539-5267-9CB8-758D-D394C3E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2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2E71-FA9D-FC82-7305-93949506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A89B8-CF12-ECA8-ACD9-B0EFFBA7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65F76-6D81-163C-A2EF-0450FBBB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FDD3E-E9D3-1896-25E4-B8A3BCAF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5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4EFB7-8484-15BA-FDA3-F4B7A950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03419-5BE6-51F7-0053-5BC4FBE7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A14B-1171-86D4-1C53-22FE3B02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8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3D20-F2D6-5933-1249-B39389763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DB48-F8CC-7228-454D-8ABB43417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1AEF2-2602-1D38-4170-4F0082269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3A92B-38B2-9F47-856D-9215C9F2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9D6F1-F8D0-0DBC-855D-F0007F2A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1FB35-622C-1AB1-3520-F50E9646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8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E9DA-EA85-6664-14A6-A225FDB8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7F69D-499D-2351-A4F1-572B2BD07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A0943-9EA3-790C-D158-CFD0C7C2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C3B27-5F1A-27ED-25C4-92EE8679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9A50F-98A5-F9B7-387E-D618EEBC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ABAB8-71E7-0DEF-6B2B-28AB97CF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11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9157-81B3-F8DF-CAAA-ADDD6CA5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CE412-03DA-4486-F08F-875D21A09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01CA-4A3F-A79B-D8F4-AA80C960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F674A-4721-C430-BCB2-F763E058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BF824-834E-BE71-8FA1-5992215A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3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F569-B007-CAC1-609E-48CE2AC0D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C5FF5-B639-9868-4C4B-903497DD3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1D0A9-54A9-DBFB-190B-E43BA131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21DA5-9306-A0CB-24A5-8E2DA3C5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0963-1B09-AFAD-CB45-250994A7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AB30A-2205-CB84-54E0-58EADA91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81F3F-E1F0-E683-DCFA-C338B8094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1E4DF-2C6C-C5E2-F987-017FCF454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80BA8-05E5-6BB9-FE82-279195EFB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E7EB8-8A6B-8424-6263-775E18D31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4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C485-4A1E-CB26-BE37-3424B491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C72F0-EB33-81E4-8A71-A1440957F1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123DF-A013-63C9-27D0-DA09408A0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0"/>
          <a:stretch>
            <a:fillRect/>
          </a:stretch>
        </p:blipFill>
        <p:spPr>
          <a:xfrm>
            <a:off x="0" y="115748"/>
            <a:ext cx="12192000" cy="64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0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D42D2-9AAE-2CF5-D527-BEA4CBDD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5"/>
          <a:stretch>
            <a:fillRect/>
          </a:stretch>
        </p:blipFill>
        <p:spPr>
          <a:xfrm>
            <a:off x="0" y="234387"/>
            <a:ext cx="12192000" cy="63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9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2026-07-02T17:31:49Z</dcterms:created>
  <dcterms:modified xsi:type="dcterms:W3CDTF">2026-07-02T17:33:04Z</dcterms:modified>
</cp:coreProperties>
</file>